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6675120"/>
            <a:ext cx="8531352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74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ASSIGNMENT II –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College Event Planning &amp;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1887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</a:rPr>
              <a:t>TECH
NOVA
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926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6F1"/>
                </a:solidFill>
              </a:rPr>
              <a:t>5th Annual National
Technical Symposium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611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Feb 14-15,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Sri Sairam Engineering College, Chennai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6309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Arjun V B  |  711523BCB009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5720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</a:rPr>
              <a:t>A National-Level Technical Fest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00584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Covering: Goal  Audience  Timeline  Budget  Promotion  Approvals  Roles  Recording  Post-Event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1508760"/>
            <a:ext cx="1920240" cy="77724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1554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366F1"/>
                </a:solidFill>
              </a:rPr>
              <a:t>800+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Participants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508760"/>
            <a:ext cx="1920240" cy="777240"/>
          </a:xfrm>
          <a:prstGeom prst="rect">
            <a:avLst/>
          </a:prstGeom>
          <a:solidFill>
            <a:srgbClr val="162032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554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Rs.2.45L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Total Budget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508760"/>
            <a:ext cx="1920240" cy="77724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554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Rs.42k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Prize Pool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0" y="1508760"/>
            <a:ext cx="1920240" cy="777240"/>
          </a:xfrm>
          <a:prstGeom prst="rect">
            <a:avLst/>
          </a:prstGeom>
          <a:solidFill>
            <a:srgbClr val="162032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1554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CF6"/>
                </a:solidFill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Events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2560320"/>
            <a:ext cx="1920240" cy="731520"/>
          </a:xfrm>
          <a:prstGeom prst="rect">
            <a:avLst/>
          </a:prstGeom>
          <a:solidFill>
            <a:srgbClr val="141E3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26243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Code Sprint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29443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Rs.5k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560320"/>
            <a:ext cx="1920240" cy="731520"/>
          </a:xfrm>
          <a:prstGeom prst="rect">
            <a:avLst/>
          </a:prstGeom>
          <a:solidFill>
            <a:srgbClr val="141E3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26243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Paper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9443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Rs.4k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2560320"/>
            <a:ext cx="1920240" cy="731520"/>
          </a:xfrm>
          <a:prstGeom prst="rect">
            <a:avLst/>
          </a:prstGeom>
          <a:solidFill>
            <a:srgbClr val="141E3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26243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Project Expo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9443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Rs.6k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41280" y="2560320"/>
            <a:ext cx="1920240" cy="731520"/>
          </a:xfrm>
          <a:prstGeom prst="rect">
            <a:avLst/>
          </a:prstGeom>
          <a:solidFill>
            <a:srgbClr val="141E3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20" y="26243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Hackathon 24hr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29443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Rs.15k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0" y="3520440"/>
            <a:ext cx="1920240" cy="731520"/>
          </a:xfrm>
          <a:prstGeom prst="rect">
            <a:avLst/>
          </a:prstGeom>
          <a:solidFill>
            <a:srgbClr val="141E3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0" y="3584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Tech Quiz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39044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Rs.3k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3520440"/>
            <a:ext cx="1920240" cy="731520"/>
          </a:xfrm>
          <a:prstGeom prst="rect">
            <a:avLst/>
          </a:prstGeom>
          <a:solidFill>
            <a:srgbClr val="141E3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3584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Web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39044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Rs.4k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520440"/>
            <a:ext cx="1920240" cy="731520"/>
          </a:xfrm>
          <a:prstGeom prst="rect">
            <a:avLst/>
          </a:prstGeom>
          <a:solidFill>
            <a:srgbClr val="141E3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3584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Debugging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9044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Rs.2k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1280" y="3520440"/>
            <a:ext cx="1920240" cy="731520"/>
          </a:xfrm>
          <a:prstGeom prst="rect">
            <a:avLst/>
          </a:prstGeom>
          <a:solidFill>
            <a:srgbClr val="141E37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2720" y="3584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Circuit Design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390448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Rs.3k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31920" y="4572000"/>
            <a:ext cx="7955279" cy="640080"/>
          </a:xfrm>
          <a:prstGeom prst="rect">
            <a:avLst/>
          </a:prstGeom>
          <a:solidFill>
            <a:srgbClr val="162032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40+ Colleges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Participating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50 Volunteers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Deployed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2 Days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4892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of Competition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64008" cy="6263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2 / 5  |  GOAL  AUDIENCE  TIMING 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E8F0"/>
                </a:solidFill>
              </a:rPr>
              <a:t>Goal, Audience &amp; 8-Week Preparation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280160"/>
            <a:ext cx="5303520" cy="132588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PRIMARY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276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Bridge academia and industry. Provide 800+ students from 40+ colleges
a platform to compete, collaborate and connect with industry professionals
through 8 technical events across 2 days.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280160"/>
            <a:ext cx="6126480" cy="132588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132588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AUDIENCE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162763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External Students (40+ colleges)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62763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366F1"/>
                </a:solidFill>
              </a:rPr>
              <a:t>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81051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Internal 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18105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366F1"/>
                </a:solidFill>
              </a:rP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199339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Industry Judges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19933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366F1"/>
                </a:solidFill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1762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Faculty &amp; Chief Guests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17627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366F1"/>
                </a:solidFill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35915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23591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</a:rPr>
              <a:t>865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7889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8-WEEK PREPARATION TIMELINE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3154680"/>
            <a:ext cx="2743200" cy="132588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218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Dec 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50215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Form committee, assign coordinators, create comms groups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3154680"/>
            <a:ext cx="2743200" cy="132588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3218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Jan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50215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Submit Principal/HOD approval + launch social media + open registration portal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154680"/>
            <a:ext cx="2743200" cy="132588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218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Jan 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50215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Sponsors confirmed + registration opens + chief guest invited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3154680"/>
            <a:ext cx="2743200" cy="132588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3218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Jan 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50215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Registration closes + participant list finalized + print ID cards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4663440"/>
            <a:ext cx="2743200" cy="132588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7274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Feb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01091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3-hr volunteer orientation + venue walkthrough + full dry run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4663440"/>
            <a:ext cx="2743200" cy="132588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0" y="47274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Feb 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01091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Full venue setup + banners + AV/lab tech check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4663440"/>
            <a:ext cx="2743200" cy="1325880"/>
          </a:xfrm>
          <a:prstGeom prst="rect">
            <a:avLst/>
          </a:prstGeom>
          <a:solidFill>
            <a:srgbClr val="162032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47274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Feb 14-15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01091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EVENT DAYS  Inauguration  All 8 Events  Cultural Evening  Valedictory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4663440"/>
            <a:ext cx="2743200" cy="132588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47274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Feb 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501091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Post-event review + certificates emailed + event report to 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64008" cy="6263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3 / 5  |  BUDGET  RESOURCES  PROMOTION  APPROVALS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E8F0"/>
                </a:solidFill>
              </a:rPr>
              <a:t>Budget, Resources &amp; Promotion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325880"/>
            <a:ext cx="2103120" cy="713232"/>
          </a:xfrm>
          <a:prstGeom prst="rect">
            <a:avLst/>
          </a:prstGeom>
          <a:solidFill>
            <a:srgbClr val="162032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Rs.2,45,000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190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Total Income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325880"/>
            <a:ext cx="2103120" cy="713232"/>
          </a:xfrm>
          <a:prstGeom prst="rect">
            <a:avLst/>
          </a:prstGeom>
          <a:solidFill>
            <a:srgbClr val="162032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371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Rs.1,97,250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7190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Expenditure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325880"/>
            <a:ext cx="2103120" cy="713232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371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</a:rPr>
              <a:t>Rs.47,750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7190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Net Surplus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325880"/>
            <a:ext cx="2103120" cy="713232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3716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Rs.42,000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71907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Prize Pool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EXPENDITURE BREAKDOWN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254203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Prizes Trophies Certificates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542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B5CF6"/>
                </a:solidFill>
              </a:rPr>
              <a:t>Rs.55,000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788920"/>
            <a:ext cx="3840480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2788920"/>
            <a:ext cx="2765145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302666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Food Hospitality (2 days)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0266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</a:rPr>
              <a:t>Rs.48,000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273552"/>
            <a:ext cx="3840480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" y="3273552"/>
            <a:ext cx="2381097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351129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Technical Equipment Rental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5112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366F1"/>
                </a:solidFill>
              </a:rPr>
              <a:t>Rs.22,000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758184"/>
            <a:ext cx="3840480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3758184"/>
            <a:ext cx="1075334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39959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Printing Branding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39959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59E0B"/>
                </a:solidFill>
              </a:rPr>
              <a:t>Rs.18,000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4242816"/>
            <a:ext cx="3840480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" y="4242816"/>
            <a:ext cx="88331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4480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Stage Decor Lighting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4805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B923C"/>
                </a:solidFill>
              </a:rPr>
              <a:t>Rs.15,000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4727448"/>
            <a:ext cx="3840480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2880" y="4727448"/>
            <a:ext cx="729691" cy="914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" y="49651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Photography Video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965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EC4899"/>
                </a:solidFill>
              </a:rPr>
              <a:t>Rs.12,000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5212080"/>
            <a:ext cx="3840480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2880" y="5212080"/>
            <a:ext cx="576072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544982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Guest Hospitality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54498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4B8A6"/>
                </a:solidFill>
              </a:rPr>
              <a:t>Rs.10,000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5696712"/>
            <a:ext cx="3840480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2880" y="5696712"/>
            <a:ext cx="499262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2880" y="593445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Contingency 5pct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08960" y="59344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4748B"/>
                </a:solidFill>
              </a:rPr>
              <a:t>Rs.12,250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6181344"/>
            <a:ext cx="3840480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82880" y="6181344"/>
            <a:ext cx="614476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INCOME SOURCES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2542032"/>
            <a:ext cx="384048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63440" y="25968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Registration Fees (800 x Rs.150)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259689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</a:rPr>
              <a:t>Rs.1,20,000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0" y="3054096"/>
            <a:ext cx="384048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63440" y="31089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Title Sponsor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</a:rPr>
              <a:t>Rs.50,000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3566160"/>
            <a:ext cx="384048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36210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Co-Sponsors (2 x Rs.15k)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362102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</a:rPr>
              <a:t>Rs.30,000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4078224"/>
            <a:ext cx="384048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63440" y="41330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College Management Grant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0" y="413308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</a:rPr>
              <a:t>Rs.40,000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4590288"/>
            <a:ext cx="384048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63440" y="46451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Exhibition Stall Fees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0" y="46451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</a:rPr>
              <a:t>Rs.5,000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9536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PROMOTION CHANNELS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95360" y="2542032"/>
            <a:ext cx="338328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0" y="257860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Instagram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21240" y="25968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Daily reels countdowns events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95360" y="3054096"/>
            <a:ext cx="338328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86800" y="309067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WhatsApp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21240" y="31089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Broadcast to 40+ college reps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0" y="3566160"/>
            <a:ext cx="338328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86800" y="360273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Unstop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21240" y="362102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External registration listing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95360" y="4078224"/>
            <a:ext cx="338328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86800" y="41148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Email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21240" y="413308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Outreach to 40 HODs coordinators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95360" y="4590288"/>
            <a:ext cx="338328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86800" y="462686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Physical Posters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21240" y="46451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5 nearby engineering colleges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APPROVAL CHAIN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2880" y="6601968"/>
            <a:ext cx="1179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Student Event Head  --&gt;  Dept. Faculty Coordinator  --&gt;  HOD  --&gt;  Vice Principal  --&gt;  Principal  --&gt;  Management (&gt;Rs.1L)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64008" cy="6263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4 / 5  |  APPROVALS  EVENT-DAY ROLES  VOLUNTEER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E8F0"/>
                </a:solidFill>
              </a:rPr>
              <a:t>Event-Day Roles &amp; Volunteer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80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CORE COMMITTEE (9 ROLES)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627632"/>
            <a:ext cx="3749039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68249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Event 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95681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Overall coordination, crisis management, final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627632"/>
            <a:ext cx="3749039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168249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Deputy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95681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Logistics, vendor payments, equipment issues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27632"/>
            <a:ext cx="3749039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68249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95681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Cash management, sponsor liaison, expense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542032"/>
            <a:ext cx="3749039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59689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Registration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287121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Check-in, ID cards, attendance, participant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542032"/>
            <a:ext cx="3749039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259689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Technical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287121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AV setup, Wi-Fi, lab systems, backup plans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542032"/>
            <a:ext cx="3749039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259689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Hospitality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287121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Food arrangement, guest reception, VIP transport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456432"/>
            <a:ext cx="3749039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351129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Stage and MC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" y="378561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Programme anchoring, ceremonies, timing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456432"/>
            <a:ext cx="3749039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24528" y="351129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Publicity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378561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Photos, video direction, live social media reels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3456432"/>
            <a:ext cx="3749039" cy="804672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351129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Volunteer 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378561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Manages all 50 volunteers across 8 stations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4526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VOLUNTEER DEPLOYMENT  (50 total)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4892040"/>
            <a:ext cx="2743200" cy="68580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4937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Main Gate &amp; Entry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166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5 volunteers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53492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ID check, crowd control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4892040"/>
            <a:ext cx="2743200" cy="68580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4937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Registration Desk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166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8 volunteers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3492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Participant check-in, kit distribution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4892040"/>
            <a:ext cx="2743200" cy="68580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4937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Seminar Halls A &amp; 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166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6 volunteers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3492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Seating, announcements, judge help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4892040"/>
            <a:ext cx="2743200" cy="68580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0" y="4937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Computer Labs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5166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8 volunteers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53492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Monitor participants, technical help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" y="5760720"/>
            <a:ext cx="2743200" cy="68580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Exhibition Hall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0350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6 volunteers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217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Project expo setup and supervision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5760720"/>
            <a:ext cx="2743200" cy="68580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Auditorium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60350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6 volunteers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0" y="6217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Ushering, stage assistance, seating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5040" y="5760720"/>
            <a:ext cx="2743200" cy="68580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648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Food Area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80" y="60350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5 volunteers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6217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Food distribution, queue management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61120" y="5760720"/>
            <a:ext cx="2743200" cy="68580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52560" y="5806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Roving Volunteers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0" y="60350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6 volunteers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6217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General help, message running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64008" cy="6263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5 / 5  |  RECORDING  POST-EVENT REVIEW  LESSONS 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2E8F0"/>
                </a:solidFill>
              </a:rPr>
              <a:t>Documentation, Review &amp; Key Learnings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RECORDING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627632"/>
            <a:ext cx="411480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6642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Inauguration &amp; Valedictory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828800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Professional videographer hired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112264"/>
            <a:ext cx="411480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21488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All event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31343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3 assigned volunteer photographers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596896"/>
            <a:ext cx="411480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6334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Hackathon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798064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Time-lapse + periodic photos every hour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081528"/>
            <a:ext cx="411480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11810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282696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Physical sign-in + Google Form QR at entry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566160"/>
            <a:ext cx="411480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360273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Participant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3767328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Exit gate QR satisfaction survey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4050792"/>
            <a:ext cx="411480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40873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E8F0"/>
                </a:solidFill>
              </a:rPr>
              <a:t>Financial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251960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Real-time expense log by finance coordinator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POST-EVENT SUCCESS 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1627632"/>
            <a:ext cx="347472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16642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Overall Satisfaction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6824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</a:rPr>
              <a:t>4.0 / 5.0 minimum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112264"/>
            <a:ext cx="347472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21488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Registration to Attendance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1671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</a:rPr>
              <a:t>80% conversion 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2596896"/>
            <a:ext cx="347472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26334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Event Start Delay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6517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59E0B"/>
                </a:solidFill>
              </a:rPr>
              <a:t>15 minutes maximum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3081528"/>
            <a:ext cx="347472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11810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Technical Incidents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13639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59E0B"/>
                </a:solidFill>
              </a:rPr>
              <a:t>3 incidents maximum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3566160"/>
            <a:ext cx="347472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360273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Social Media Reach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6210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366F1"/>
                </a:solidFill>
              </a:rPr>
              <a:t>10,000+ impressions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4050792"/>
            <a:ext cx="3474720" cy="365760"/>
          </a:xfrm>
          <a:prstGeom prst="rect">
            <a:avLst/>
          </a:prstGeom>
          <a:solidFill>
            <a:srgbClr val="16203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40873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Budget Adherence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10565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366F1"/>
                </a:solidFill>
              </a:rPr>
              <a:t>Within 5% of 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1280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LESSONS FROM TECHNOVA 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1627632"/>
            <a:ext cx="3840480" cy="41148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165506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Registration bottleneck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1837944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200 in 30 min -- assign arrival time slots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2139696"/>
            <a:ext cx="3840480" cy="41148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21671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Wi-Fi failed in coding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2350008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Dedicated LAN for labs -- no shared Wi-Fi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0" y="2651760"/>
            <a:ext cx="3840480" cy="41148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0" y="26791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Lunch 45 min late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286207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Pre-order 3 days ahead + stagger lunch halls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60" y="3163824"/>
            <a:ext cx="3840480" cy="41148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0" y="319125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12 certificate errors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337413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Participant self-verify portal 1 week before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38160" y="3675888"/>
            <a:ext cx="3840480" cy="411480"/>
          </a:xfrm>
          <a:prstGeom prst="rect">
            <a:avLst/>
          </a:prstGeom>
          <a:solidFill>
            <a:srgbClr val="162032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0" y="37033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Only 3k social reach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388620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Dedicated reels volunteer + post every 2 hours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4572000"/>
            <a:ext cx="11795760" cy="2103120"/>
          </a:xfrm>
          <a:prstGeom prst="rect">
            <a:avLst/>
          </a:prstGeom>
          <a:solidFill>
            <a:srgbClr val="140C28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4645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STUDENT REFLECTION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4983480"/>
            <a:ext cx="8778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2E8F0"/>
                </a:solidFill>
              </a:rPr>
              <a:t>"Communication gaps cause 80% of event-day problems. Having organized TechNova 2026, the biggest issue was that volunteer briefing happened 30 minutes before opening -- nobody knew their station. For TechNova 2027 I would enforce a 3-hour orientation one week before, a broadcast-only WhatsApp group for day-of updates, and a 15-minute morning muster before anything opens. The best part is watching 800 strangers walk in, compete, make friends, and leave with something they could not find in a classroom."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-- Arjun V B, 711523BCB009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